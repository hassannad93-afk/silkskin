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6858000" cy="5486400"/>
  <p:notesSz cx="5486400" cy="685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jpeg"/><Relationship Id="rId3" Type="http://schemas.openxmlformats.org/officeDocument/2006/relationships/image" Target="../media/image-1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jpeg"/><Relationship Id="rId3" Type="http://schemas.openxmlformats.org/officeDocument/2006/relationships/image" Target="../media/image-3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jpeg"/><Relationship Id="rId3" Type="http://schemas.openxmlformats.org/officeDocument/2006/relationships/image" Target="../media/image-5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jpeg"/><Relationship Id="rId4" Type="http://schemas.openxmlformats.org/officeDocument/2006/relationships/image" Target="../media/image-7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858000" cy="5486400"/>
          </a:xfrm>
          <a:prstGeom prst="rect">
            <a:avLst/>
          </a:prstGeom>
          <a:solidFill>
            <a:srgbClr val="192F22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>
            <a:alphaModFix amt="62000"/>
          </a:blip>
          <a:srcRect l="0" r="0" t="0" b="0"/>
          <a:stretch/>
        </p:blipFill>
        <p:spPr>
          <a:xfrm>
            <a:off x="3771900" y="1602284"/>
            <a:ext cx="2933700" cy="2281734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0" y="0"/>
            <a:ext cx="6858000" cy="5486400"/>
          </a:xfrm>
          <a:prstGeom prst="rect">
            <a:avLst/>
          </a:prstGeom>
          <a:solidFill>
            <a:srgbClr val="192F22"/>
          </a:solidFill>
          <a:ln/>
        </p:spPr>
      </p:sp>
      <p:sp>
        <p:nvSpPr>
          <p:cNvPr id="5" name="Shape 2"/>
          <p:cNvSpPr/>
          <p:nvPr/>
        </p:nvSpPr>
        <p:spPr>
          <a:xfrm>
            <a:off x="114300" y="114300"/>
            <a:ext cx="6629400" cy="5257800"/>
          </a:xfrm>
          <a:prstGeom prst="rect">
            <a:avLst/>
          </a:prstGeom>
          <a:ln w="6350">
            <a:solidFill>
              <a:srgbClr val="C4A35A">
                <a:alpha val="32000"/>
              </a:srgbClr>
            </a:solidFill>
            <a:prstDash val="solid"/>
          </a:ln>
        </p:spPr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438150" y="361950"/>
            <a:ext cx="400050" cy="904875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438150" y="1497707"/>
            <a:ext cx="3217926" cy="1460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50" spc="225" kern="0" dirty="0">
                <a:solidFill>
                  <a:srgbClr val="C4A35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NOW AVAILABLE</a:t>
            </a:r>
            <a:endParaRPr lang="en-US" sz="750" dirty="0"/>
          </a:p>
        </p:txBody>
      </p:sp>
      <p:sp>
        <p:nvSpPr>
          <p:cNvPr id="8" name="Text 4"/>
          <p:cNvSpPr/>
          <p:nvPr/>
        </p:nvSpPr>
        <p:spPr>
          <a:xfrm>
            <a:off x="438150" y="1739007"/>
            <a:ext cx="3217926" cy="1581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4050" dirty="0">
                <a:solidFill>
                  <a:srgbClr val="FFFFFF">
                    <a:alpha val="93000"/>
                  </a:srgbClr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Shop our </a:t>
            </a:r>
            <a:pPr algn="l" indent="0" marL="0">
              <a:lnSpc>
                <a:spcPct val="100000"/>
              </a:lnSpc>
              <a:buNone/>
            </a:pPr>
            <a:r>
              <a:rPr lang="en-US" sz="4050" i="1" dirty="0">
                <a:solidFill>
                  <a:srgbClr val="C4A35A">
                    <a:alpha val="85000"/>
                  </a:srgbClr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full collection </a:t>
            </a:r>
            <a:pPr algn="l" indent="0" marL="0">
              <a:lnSpc>
                <a:spcPct val="100000"/>
              </a:lnSpc>
              <a:buNone/>
            </a:pPr>
            <a:r>
              <a:rPr lang="en-US" sz="4050" dirty="0">
                <a:solidFill>
                  <a:srgbClr val="FFFFFF">
                    <a:alpha val="93000"/>
                  </a:srgbClr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online</a:t>
            </a:r>
            <a:endParaRPr lang="en-US" sz="4050" dirty="0"/>
          </a:p>
        </p:txBody>
      </p:sp>
      <p:sp>
        <p:nvSpPr>
          <p:cNvPr id="9" name="Shape 5"/>
          <p:cNvSpPr/>
          <p:nvPr/>
        </p:nvSpPr>
        <p:spPr>
          <a:xfrm>
            <a:off x="438150" y="3453507"/>
            <a:ext cx="342900" cy="9525"/>
          </a:xfrm>
          <a:prstGeom prst="rect">
            <a:avLst/>
          </a:prstGeom>
          <a:solidFill>
            <a:srgbClr val="C4A35A">
              <a:alpha val="45000"/>
            </a:srgbClr>
          </a:solidFill>
          <a:ln/>
        </p:spPr>
      </p:sp>
      <p:sp>
        <p:nvSpPr>
          <p:cNvPr id="10" name="Text 6"/>
          <p:cNvSpPr/>
          <p:nvPr/>
        </p:nvSpPr>
        <p:spPr>
          <a:xfrm>
            <a:off x="438150" y="3596382"/>
            <a:ext cx="2747010" cy="47803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65000"/>
              </a:lnSpc>
              <a:buNone/>
            </a:pPr>
            <a:r>
              <a:rPr lang="en-US" sz="1050" i="1" dirty="0">
                <a:solidFill>
                  <a:srgbClr val="FFFFFF">
                    <a:alpha val="52000"/>
                  </a:srgbClr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Handcrafted leather goods delivered to your doorstep across Pakistan.</a:t>
            </a:r>
            <a:endParaRPr lang="en-US" sz="1050" dirty="0"/>
          </a:p>
        </p:txBody>
      </p:sp>
      <p:sp>
        <p:nvSpPr>
          <p:cNvPr id="11" name="Text 7"/>
          <p:cNvSpPr/>
          <p:nvPr/>
        </p:nvSpPr>
        <p:spPr>
          <a:xfrm>
            <a:off x="438150" y="4806950"/>
            <a:ext cx="1540966" cy="1333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675" spc="176" kern="0" dirty="0">
                <a:solidFill>
                  <a:srgbClr val="FFFFFF">
                    <a:alpha val="30000"/>
                  </a:srgbClr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SHOP ONLINE AT</a:t>
            </a:r>
            <a:endParaRPr lang="en-US" sz="675" dirty="0"/>
          </a:p>
        </p:txBody>
      </p:sp>
      <p:sp>
        <p:nvSpPr>
          <p:cNvPr id="12" name="Text 8"/>
          <p:cNvSpPr/>
          <p:nvPr/>
        </p:nvSpPr>
        <p:spPr>
          <a:xfrm>
            <a:off x="438150" y="4940300"/>
            <a:ext cx="1540966" cy="2222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75" spc="51" kern="0" dirty="0">
                <a:solidFill>
                  <a:srgbClr val="C4A35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silkskin</a:t>
            </a:r>
            <a:pPr algn="l" indent="0" marL="0">
              <a:buNone/>
            </a:pPr>
            <a:r>
              <a:rPr lang="en-US" sz="1275" spc="51" kern="0" dirty="0">
                <a:solidFill>
                  <a:srgbClr val="FFFFFF">
                    <a:alpha val="85000"/>
                  </a:srgbClr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online.com</a:t>
            </a:r>
            <a:endParaRPr lang="en-US" sz="1275" dirty="0"/>
          </a:p>
        </p:txBody>
      </p:sp>
      <p:sp>
        <p:nvSpPr>
          <p:cNvPr id="13" name="Shape 9"/>
          <p:cNvSpPr/>
          <p:nvPr/>
        </p:nvSpPr>
        <p:spPr>
          <a:xfrm>
            <a:off x="2855813" y="4267200"/>
            <a:ext cx="698500" cy="730250"/>
          </a:xfrm>
          <a:prstGeom prst="rect">
            <a:avLst/>
          </a:prstGeom>
          <a:solidFill>
            <a:srgbClr val="FFFFFF">
              <a:alpha val="4000"/>
            </a:srgbClr>
          </a:solidFill>
          <a:ln w="6350">
            <a:solidFill>
              <a:srgbClr val="C4A35A">
                <a:alpha val="28000"/>
              </a:srgbClr>
            </a:solidFill>
            <a:prstDash val="solid"/>
          </a:ln>
        </p:spPr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09788" y="4321175"/>
            <a:ext cx="590550" cy="590550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2847876" y="5035550"/>
            <a:ext cx="790674" cy="127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600" spc="108" kern="0" dirty="0">
                <a:solidFill>
                  <a:srgbClr val="FFFFFF">
                    <a:alpha val="28000"/>
                  </a:srgbClr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SCAN TO SHOP</a:t>
            </a:r>
            <a:endParaRPr lang="en-US" sz="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143250" cy="5486400"/>
          </a:xfrm>
          <a:prstGeom prst="rect">
            <a:avLst/>
          </a:prstGeom>
          <a:solidFill>
            <a:srgbClr val="F5F0E8"/>
          </a:solidFill>
          <a:ln/>
        </p:spPr>
      </p:sp>
      <p:sp>
        <p:nvSpPr>
          <p:cNvPr id="3" name="Shape 1"/>
          <p:cNvSpPr/>
          <p:nvPr/>
        </p:nvSpPr>
        <p:spPr>
          <a:xfrm>
            <a:off x="114300" y="114300"/>
            <a:ext cx="9525" cy="5257800"/>
          </a:xfrm>
          <a:prstGeom prst="rect">
            <a:avLst/>
          </a:prstGeom>
          <a:solidFill>
            <a:srgbClr val="A08246">
              <a:alpha val="28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114300" y="114300"/>
            <a:ext cx="2914650" cy="9525"/>
          </a:xfrm>
          <a:prstGeom prst="rect">
            <a:avLst/>
          </a:prstGeom>
          <a:solidFill>
            <a:srgbClr val="A08246">
              <a:alpha val="28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114300" y="5362575"/>
            <a:ext cx="2914650" cy="9525"/>
          </a:xfrm>
          <a:prstGeom prst="rect">
            <a:avLst/>
          </a:prstGeom>
          <a:solidFill>
            <a:srgbClr val="A08246">
              <a:alpha val="28000"/>
            </a:srgbClr>
          </a:solidFill>
          <a:ln/>
        </p:spPr>
      </p:sp>
      <p:sp>
        <p:nvSpPr>
          <p:cNvPr id="6" name="Text 4"/>
          <p:cNvSpPr/>
          <p:nvPr/>
        </p:nvSpPr>
        <p:spPr>
          <a:xfrm>
            <a:off x="381000" y="342900"/>
            <a:ext cx="2495550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350" b="1" spc="432" kern="0" dirty="0">
                <a:solidFill>
                  <a:srgbClr val="1A0A0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SILKSKIN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381000" y="533400"/>
            <a:ext cx="2495550" cy="114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563" spc="124" kern="0" dirty="0">
                <a:solidFill>
                  <a:srgbClr val="9B7E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LEATHER GOODS · EST. 1987</a:t>
            </a:r>
            <a:endParaRPr lang="en-US" sz="563" dirty="0"/>
          </a:p>
        </p:txBody>
      </p:sp>
      <p:sp>
        <p:nvSpPr>
          <p:cNvPr id="8" name="Text 6"/>
          <p:cNvSpPr/>
          <p:nvPr/>
        </p:nvSpPr>
        <p:spPr>
          <a:xfrm>
            <a:off x="381000" y="1525885"/>
            <a:ext cx="2495550" cy="139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13" spc="200" kern="0" dirty="0">
                <a:solidFill>
                  <a:srgbClr val="9B7E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NOW AVAILABLE</a:t>
            </a:r>
            <a:endParaRPr lang="en-US" sz="713" dirty="0"/>
          </a:p>
        </p:txBody>
      </p:sp>
      <p:sp>
        <p:nvSpPr>
          <p:cNvPr id="9" name="Text 7"/>
          <p:cNvSpPr/>
          <p:nvPr/>
        </p:nvSpPr>
        <p:spPr>
          <a:xfrm>
            <a:off x="381000" y="1760835"/>
            <a:ext cx="2495550" cy="135820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3300" dirty="0">
                <a:solidFill>
                  <a:srgbClr val="2A1F0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Shop </a:t>
            </a:r>
            <a:pPr algn="l" indent="0" marL="0">
              <a:lnSpc>
                <a:spcPct val="105000"/>
              </a:lnSpc>
              <a:buNone/>
            </a:pPr>
            <a:r>
              <a:rPr lang="en-US" sz="3300" i="1" dirty="0">
                <a:solidFill>
                  <a:srgbClr val="2A1F0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our world </a:t>
            </a:r>
            <a:pPr algn="l" indent="0" marL="0">
              <a:lnSpc>
                <a:spcPct val="105000"/>
              </a:lnSpc>
              <a:buNone/>
            </a:pPr>
            <a:r>
              <a:rPr lang="en-US" sz="3300" dirty="0">
                <a:solidFill>
                  <a:srgbClr val="2A1F0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online</a:t>
            </a:r>
            <a:endParaRPr lang="en-US" sz="3300" dirty="0"/>
          </a:p>
        </p:txBody>
      </p:sp>
      <p:sp>
        <p:nvSpPr>
          <p:cNvPr id="10" name="Shape 8"/>
          <p:cNvSpPr/>
          <p:nvPr/>
        </p:nvSpPr>
        <p:spPr>
          <a:xfrm>
            <a:off x="381000" y="3233341"/>
            <a:ext cx="285750" cy="9525"/>
          </a:xfrm>
          <a:prstGeom prst="rect">
            <a:avLst/>
          </a:prstGeom>
          <a:solidFill>
            <a:srgbClr val="C4A35A"/>
          </a:solidFill>
          <a:ln/>
        </p:spPr>
      </p:sp>
      <p:sp>
        <p:nvSpPr>
          <p:cNvPr id="11" name="Text 9"/>
          <p:cNvSpPr/>
          <p:nvPr/>
        </p:nvSpPr>
        <p:spPr>
          <a:xfrm>
            <a:off x="381000" y="3376216"/>
            <a:ext cx="2495550" cy="65097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65000"/>
              </a:lnSpc>
              <a:buNone/>
            </a:pPr>
            <a:r>
              <a:rPr lang="en-US" sz="975" i="1" dirty="0">
                <a:solidFill>
                  <a:srgbClr val="6B543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Wallets, bags &amp; accessories — the complete SILKSKIN range at your fingertips.</a:t>
            </a:r>
            <a:endParaRPr lang="en-US" sz="975" dirty="0"/>
          </a:p>
        </p:txBody>
      </p:sp>
      <p:sp>
        <p:nvSpPr>
          <p:cNvPr id="12" name="Text 10"/>
          <p:cNvSpPr/>
          <p:nvPr/>
        </p:nvSpPr>
        <p:spPr>
          <a:xfrm>
            <a:off x="381000" y="4905375"/>
            <a:ext cx="2495550" cy="1333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638" spc="179" kern="0" dirty="0">
                <a:solidFill>
                  <a:srgbClr val="9B7E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VISIT US ONLINE</a:t>
            </a:r>
            <a:endParaRPr lang="en-US" sz="638" dirty="0"/>
          </a:p>
        </p:txBody>
      </p:sp>
      <p:sp>
        <p:nvSpPr>
          <p:cNvPr id="13" name="Text 11"/>
          <p:cNvSpPr/>
          <p:nvPr/>
        </p:nvSpPr>
        <p:spPr>
          <a:xfrm>
            <a:off x="381000" y="5029200"/>
            <a:ext cx="2495550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spc="48" kern="0" dirty="0">
                <a:solidFill>
                  <a:srgbClr val="2A1F0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silkskinonline.com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3143250" y="0"/>
            <a:ext cx="3714750" cy="5486400"/>
          </a:xfrm>
          <a:prstGeom prst="rect">
            <a:avLst/>
          </a:prstGeom>
          <a:solidFill>
            <a:srgbClr val="EDE7DC"/>
          </a:solidFill>
          <a:ln/>
        </p:spPr>
      </p:sp>
      <p:pic>
        <p:nvPicPr>
          <p:cNvPr id="15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3333750" y="1446709"/>
            <a:ext cx="3333750" cy="2592884"/>
          </a:xfrm>
          <a:prstGeom prst="rect">
            <a:avLst/>
          </a:prstGeom>
        </p:spPr>
      </p:pic>
      <p:sp>
        <p:nvSpPr>
          <p:cNvPr id="16" name="Shape 13"/>
          <p:cNvSpPr/>
          <p:nvPr/>
        </p:nvSpPr>
        <p:spPr>
          <a:xfrm>
            <a:off x="5951438" y="4457700"/>
            <a:ext cx="660400" cy="692150"/>
          </a:xfrm>
          <a:prstGeom prst="rect">
            <a:avLst/>
          </a:prstGeom>
          <a:solidFill>
            <a:srgbClr val="F5F0E8">
              <a:alpha val="90000"/>
            </a:srgbClr>
          </a:solidFill>
          <a:ln w="6350">
            <a:solidFill>
              <a:srgbClr val="A08246">
                <a:alpha val="30000"/>
              </a:srgbClr>
            </a:solidFill>
            <a:prstDash val="solid"/>
          </a:ln>
        </p:spPr>
      </p:sp>
      <p:pic>
        <p:nvPicPr>
          <p:cNvPr id="1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05414" y="4511675"/>
            <a:ext cx="552450" cy="552450"/>
          </a:xfrm>
          <a:prstGeom prst="rect">
            <a:avLst/>
          </a:prstGeom>
        </p:spPr>
      </p:pic>
      <p:sp>
        <p:nvSpPr>
          <p:cNvPr id="18" name="Shape 14"/>
          <p:cNvSpPr/>
          <p:nvPr/>
        </p:nvSpPr>
        <p:spPr>
          <a:xfrm>
            <a:off x="5876826" y="5187950"/>
            <a:ext cx="809724" cy="127000"/>
          </a:xfrm>
          <a:prstGeom prst="rect">
            <a:avLst/>
          </a:prstGeom>
          <a:solidFill>
            <a:srgbClr val="F5F0E8">
              <a:alpha val="75000"/>
            </a:srgbClr>
          </a:solidFill>
          <a:ln/>
        </p:spPr>
      </p:sp>
      <p:sp>
        <p:nvSpPr>
          <p:cNvPr id="19" name="Text 15"/>
          <p:cNvSpPr/>
          <p:nvPr/>
        </p:nvSpPr>
        <p:spPr>
          <a:xfrm>
            <a:off x="5924451" y="5207000"/>
            <a:ext cx="790674" cy="127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600" spc="108" kern="0" dirty="0">
                <a:solidFill>
                  <a:srgbClr val="2A1F0D">
                    <a:alpha val="50000"/>
                  </a:srgbClr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SCAN TO SHOP</a:t>
            </a:r>
            <a:endParaRPr lang="en-US" sz="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858000" cy="5486400"/>
          </a:xfrm>
          <a:prstGeom prst="rect">
            <a:avLst/>
          </a:prstGeom>
          <a:solidFill>
            <a:srgbClr val="2A3F38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71500" y="1039316"/>
            <a:ext cx="4381500" cy="3407767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0" y="0"/>
            <a:ext cx="6858000" cy="5486400"/>
          </a:xfrm>
          <a:prstGeom prst="rect">
            <a:avLst/>
          </a:prstGeom>
          <a:solidFill>
            <a:srgbClr val="0F1C16">
              <a:alpha val="75000"/>
            </a:srgbClr>
          </a:solidFill>
          <a:ln/>
        </p:spPr>
      </p:sp>
      <p:sp>
        <p:nvSpPr>
          <p:cNvPr id="5" name="Shape 2"/>
          <p:cNvSpPr/>
          <p:nvPr/>
        </p:nvSpPr>
        <p:spPr>
          <a:xfrm>
            <a:off x="0" y="0"/>
            <a:ext cx="6858000" cy="5486400"/>
          </a:xfrm>
          <a:prstGeom prst="rect">
            <a:avLst/>
          </a:prstGeom>
          <a:solidFill>
            <a:srgbClr val="0F1C16">
              <a:alpha val="55000"/>
            </a:srgbClr>
          </a:solidFill>
          <a:ln/>
        </p:spPr>
      </p:sp>
      <p:sp>
        <p:nvSpPr>
          <p:cNvPr id="6" name="Shape 3"/>
          <p:cNvSpPr/>
          <p:nvPr/>
        </p:nvSpPr>
        <p:spPr>
          <a:xfrm>
            <a:off x="133350" y="133350"/>
            <a:ext cx="6591300" cy="5219700"/>
          </a:xfrm>
          <a:prstGeom prst="rect">
            <a:avLst/>
          </a:prstGeom>
          <a:ln w="6350">
            <a:solidFill>
              <a:srgbClr val="C4A35A">
                <a:alpha val="38000"/>
              </a:srgbClr>
            </a:solidFill>
            <a:prstDash val="solid"/>
          </a:ln>
        </p:spPr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438150" y="342900"/>
            <a:ext cx="381000" cy="857250"/>
          </a:xfrm>
          <a:prstGeom prst="rect">
            <a:avLst/>
          </a:prstGeom>
        </p:spPr>
      </p:pic>
      <p:sp>
        <p:nvSpPr>
          <p:cNvPr id="8" name="Shape 4"/>
          <p:cNvSpPr/>
          <p:nvPr/>
        </p:nvSpPr>
        <p:spPr>
          <a:xfrm>
            <a:off x="5876925" y="361950"/>
            <a:ext cx="171450" cy="9525"/>
          </a:xfrm>
          <a:prstGeom prst="rect">
            <a:avLst/>
          </a:prstGeom>
          <a:solidFill>
            <a:srgbClr val="C4A35A">
              <a:alpha val="50000"/>
            </a:srgbClr>
          </a:solidFill>
          <a:ln/>
        </p:spPr>
      </p:sp>
      <p:sp>
        <p:nvSpPr>
          <p:cNvPr id="9" name="Shape 5"/>
          <p:cNvSpPr/>
          <p:nvPr/>
        </p:nvSpPr>
        <p:spPr>
          <a:xfrm rot="2700000">
            <a:off x="6124575" y="342900"/>
            <a:ext cx="47625" cy="47625"/>
          </a:xfrm>
          <a:prstGeom prst="rect">
            <a:avLst/>
          </a:prstGeom>
          <a:solidFill>
            <a:srgbClr val="C4A35A"/>
          </a:solidFill>
          <a:ln/>
        </p:spPr>
      </p:sp>
      <p:sp>
        <p:nvSpPr>
          <p:cNvPr id="10" name="Shape 6"/>
          <p:cNvSpPr/>
          <p:nvPr/>
        </p:nvSpPr>
        <p:spPr>
          <a:xfrm>
            <a:off x="6248400" y="361950"/>
            <a:ext cx="171450" cy="9525"/>
          </a:xfrm>
          <a:prstGeom prst="rect">
            <a:avLst/>
          </a:prstGeom>
          <a:solidFill>
            <a:srgbClr val="C4A35A">
              <a:alpha val="50000"/>
            </a:srgbClr>
          </a:solidFill>
          <a:ln/>
        </p:spPr>
      </p:sp>
      <p:sp>
        <p:nvSpPr>
          <p:cNvPr id="11" name="Text 7"/>
          <p:cNvSpPr/>
          <p:nvPr/>
        </p:nvSpPr>
        <p:spPr>
          <a:xfrm>
            <a:off x="258699" y="1483023"/>
            <a:ext cx="6161151" cy="1460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buNone/>
            </a:pPr>
            <a:r>
              <a:rPr lang="en-US" sz="750" spc="240" kern="0" dirty="0">
                <a:solidFill>
                  <a:srgbClr val="C4A35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NOW ONLINE</a:t>
            </a:r>
            <a:endParaRPr lang="en-US" sz="750" dirty="0"/>
          </a:p>
        </p:txBody>
      </p:sp>
      <p:sp>
        <p:nvSpPr>
          <p:cNvPr id="12" name="Text 8"/>
          <p:cNvSpPr/>
          <p:nvPr/>
        </p:nvSpPr>
        <p:spPr>
          <a:xfrm>
            <a:off x="258699" y="1705273"/>
            <a:ext cx="6161151" cy="172104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lnSpc>
                <a:spcPct val="95000"/>
              </a:lnSpc>
              <a:buNone/>
            </a:pPr>
            <a:r>
              <a:rPr lang="en-US" sz="465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full </a:t>
            </a:r>
            <a:pPr algn="r" indent="0" marL="0">
              <a:lnSpc>
                <a:spcPct val="95000"/>
              </a:lnSpc>
              <a:buNone/>
            </a:pPr>
            <a:r>
              <a:rPr lang="en-US" sz="4650" i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collection </a:t>
            </a:r>
            <a:pPr algn="r" indent="0" marL="0">
              <a:lnSpc>
                <a:spcPct val="95000"/>
              </a:lnSpc>
              <a:buNone/>
            </a:pPr>
            <a:r>
              <a:rPr lang="en-US" sz="465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awaits</a:t>
            </a:r>
            <a:endParaRPr lang="en-US" sz="4650" dirty="0"/>
          </a:p>
        </p:txBody>
      </p:sp>
      <p:sp>
        <p:nvSpPr>
          <p:cNvPr id="13" name="Shape 9"/>
          <p:cNvSpPr/>
          <p:nvPr/>
        </p:nvSpPr>
        <p:spPr>
          <a:xfrm>
            <a:off x="6038850" y="3540621"/>
            <a:ext cx="381000" cy="9525"/>
          </a:xfrm>
          <a:prstGeom prst="rect">
            <a:avLst/>
          </a:prstGeom>
          <a:solidFill>
            <a:srgbClr val="C4A35A">
              <a:alpha val="50000"/>
            </a:srgbClr>
          </a:solidFill>
          <a:ln/>
        </p:spPr>
      </p:sp>
      <p:sp>
        <p:nvSpPr>
          <p:cNvPr id="14" name="Text 10"/>
          <p:cNvSpPr/>
          <p:nvPr/>
        </p:nvSpPr>
        <p:spPr>
          <a:xfrm>
            <a:off x="258699" y="3664446"/>
            <a:ext cx="6161151" cy="43418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lnSpc>
                <a:spcPct val="160000"/>
              </a:lnSpc>
              <a:buNone/>
            </a:pPr>
            <a:r>
              <a:rPr lang="en-US" sz="975" i="1" dirty="0">
                <a:solidFill>
                  <a:srgbClr val="FFFFFF">
                    <a:alpha val="55000"/>
                  </a:srgbClr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Wallets, bags &amp; accessories delivered across Pakistan.</a:t>
            </a:r>
            <a:endParaRPr lang="en-US" sz="975" dirty="0"/>
          </a:p>
        </p:txBody>
      </p:sp>
      <p:sp>
        <p:nvSpPr>
          <p:cNvPr id="15" name="Text 11"/>
          <p:cNvSpPr/>
          <p:nvPr/>
        </p:nvSpPr>
        <p:spPr>
          <a:xfrm>
            <a:off x="438150" y="4851400"/>
            <a:ext cx="1627088" cy="1333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675" spc="176" kern="0" dirty="0">
                <a:solidFill>
                  <a:srgbClr val="FFFFFF">
                    <a:alpha val="35000"/>
                  </a:srgbClr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SHOP AT</a:t>
            </a:r>
            <a:endParaRPr lang="en-US" sz="675" dirty="0"/>
          </a:p>
        </p:txBody>
      </p:sp>
      <p:sp>
        <p:nvSpPr>
          <p:cNvPr id="16" name="Text 12"/>
          <p:cNvSpPr/>
          <p:nvPr/>
        </p:nvSpPr>
        <p:spPr>
          <a:xfrm>
            <a:off x="438150" y="4984750"/>
            <a:ext cx="1627088" cy="234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350" spc="54" kern="0" dirty="0">
                <a:solidFill>
                  <a:srgbClr val="C4A35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silkskin</a:t>
            </a:r>
            <a:pPr algn="l" indent="0" marL="0">
              <a:buNone/>
            </a:pPr>
            <a:r>
              <a:rPr lang="en-US" sz="1350" spc="54" kern="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online.com</a:t>
            </a:r>
            <a:endParaRPr lang="en-US" sz="1350" dirty="0"/>
          </a:p>
        </p:txBody>
      </p:sp>
      <p:sp>
        <p:nvSpPr>
          <p:cNvPr id="17" name="Shape 13"/>
          <p:cNvSpPr/>
          <p:nvPr/>
        </p:nvSpPr>
        <p:spPr>
          <a:xfrm>
            <a:off x="5722838" y="4343400"/>
            <a:ext cx="679450" cy="711200"/>
          </a:xfrm>
          <a:prstGeom prst="rect">
            <a:avLst/>
          </a:prstGeom>
          <a:solidFill>
            <a:srgbClr val="FFFFFF">
              <a:alpha val="7000"/>
            </a:srgbClr>
          </a:solidFill>
          <a:ln w="6350">
            <a:solidFill>
              <a:srgbClr val="C4A35A">
                <a:alpha val="28000"/>
              </a:srgbClr>
            </a:solidFill>
            <a:prstDash val="solid"/>
          </a:ln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76814" y="4397375"/>
            <a:ext cx="571500" cy="571500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5705376" y="5092700"/>
            <a:ext cx="790674" cy="127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600" spc="108" kern="0" dirty="0">
                <a:solidFill>
                  <a:srgbClr val="FFFFFF">
                    <a:alpha val="28000"/>
                  </a:srgbClr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SCAN TO SHOP</a:t>
            </a:r>
            <a:endParaRPr lang="en-US" sz="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858000" cy="5486400"/>
          </a:xfrm>
          <a:prstGeom prst="rect">
            <a:avLst/>
          </a:prstGeom>
          <a:solidFill>
            <a:srgbClr val="F8F4ED"/>
          </a:solidFill>
          <a:ln/>
        </p:spPr>
      </p:sp>
      <p:sp>
        <p:nvSpPr>
          <p:cNvPr id="3" name="Shape 1"/>
          <p:cNvSpPr/>
          <p:nvPr/>
        </p:nvSpPr>
        <p:spPr>
          <a:xfrm>
            <a:off x="114300" y="114300"/>
            <a:ext cx="6629400" cy="5257800"/>
          </a:xfrm>
          <a:prstGeom prst="rect">
            <a:avLst/>
          </a:prstGeom>
          <a:ln w="6350">
            <a:solidFill>
              <a:srgbClr val="A08246">
                <a:alpha val="38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38150" y="285750"/>
            <a:ext cx="1446510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350" b="1" spc="432" kern="0" dirty="0">
                <a:solidFill>
                  <a:srgbClr val="1A0A0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SILKSKIN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438150" y="476250"/>
            <a:ext cx="1446510" cy="114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563" spc="124" kern="0" dirty="0">
                <a:solidFill>
                  <a:srgbClr val="9B7E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LEATHER GOODS · EST. 1987</a:t>
            </a:r>
            <a:endParaRPr lang="en-US" sz="563" dirty="0"/>
          </a:p>
        </p:txBody>
      </p:sp>
      <p:sp>
        <p:nvSpPr>
          <p:cNvPr id="6" name="Shape 4"/>
          <p:cNvSpPr/>
          <p:nvPr/>
        </p:nvSpPr>
        <p:spPr>
          <a:xfrm>
            <a:off x="5762625" y="360363"/>
            <a:ext cx="228600" cy="9525"/>
          </a:xfrm>
          <a:prstGeom prst="rect">
            <a:avLst/>
          </a:prstGeom>
          <a:solidFill>
            <a:srgbClr val="C4A35A"/>
          </a:solidFill>
          <a:ln/>
        </p:spPr>
      </p:sp>
      <p:sp>
        <p:nvSpPr>
          <p:cNvPr id="7" name="Shape 5"/>
          <p:cNvSpPr/>
          <p:nvPr/>
        </p:nvSpPr>
        <p:spPr>
          <a:xfrm rot="2700000">
            <a:off x="6067425" y="341313"/>
            <a:ext cx="47625" cy="47625"/>
          </a:xfrm>
          <a:prstGeom prst="rect">
            <a:avLst/>
          </a:prstGeom>
          <a:solidFill>
            <a:srgbClr val="C4A35A"/>
          </a:solidFill>
          <a:ln/>
        </p:spPr>
      </p:sp>
      <p:sp>
        <p:nvSpPr>
          <p:cNvPr id="8" name="Shape 6"/>
          <p:cNvSpPr/>
          <p:nvPr/>
        </p:nvSpPr>
        <p:spPr>
          <a:xfrm>
            <a:off x="6191250" y="360363"/>
            <a:ext cx="228600" cy="9525"/>
          </a:xfrm>
          <a:prstGeom prst="rect">
            <a:avLst/>
          </a:prstGeom>
          <a:solidFill>
            <a:srgbClr val="C4A35A"/>
          </a:solidFill>
          <a:ln/>
        </p:spPr>
      </p:sp>
      <p:sp>
        <p:nvSpPr>
          <p:cNvPr id="9" name="Text 7"/>
          <p:cNvSpPr/>
          <p:nvPr/>
        </p:nvSpPr>
        <p:spPr>
          <a:xfrm>
            <a:off x="5930702" y="407988"/>
            <a:ext cx="565348" cy="127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600" spc="132" kern="0" dirty="0">
                <a:solidFill>
                  <a:srgbClr val="9B7E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EST. 1987</a:t>
            </a:r>
            <a:endParaRPr lang="en-US" sz="600" dirty="0"/>
          </a:p>
        </p:txBody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143000" y="716955"/>
            <a:ext cx="4572000" cy="3556000"/>
          </a:xfrm>
          <a:prstGeom prst="rect">
            <a:avLst/>
          </a:prstGeom>
        </p:spPr>
      </p:pic>
      <p:sp>
        <p:nvSpPr>
          <p:cNvPr id="11" name="Shape 8"/>
          <p:cNvSpPr/>
          <p:nvPr/>
        </p:nvSpPr>
        <p:spPr>
          <a:xfrm>
            <a:off x="0" y="4152900"/>
            <a:ext cx="6858000" cy="1333500"/>
          </a:xfrm>
          <a:prstGeom prst="rect">
            <a:avLst/>
          </a:prstGeom>
          <a:solidFill>
            <a:srgbClr val="F8F4ED"/>
          </a:solidFill>
          <a:ln/>
        </p:spPr>
      </p:sp>
      <p:sp>
        <p:nvSpPr>
          <p:cNvPr id="12" name="Text 9"/>
          <p:cNvSpPr/>
          <p:nvPr/>
        </p:nvSpPr>
        <p:spPr>
          <a:xfrm>
            <a:off x="438150" y="4361259"/>
            <a:ext cx="2479377" cy="1460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50" spc="195" kern="0" dirty="0">
                <a:solidFill>
                  <a:srgbClr val="9B7E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NOW AVAILABLE ONLINE</a:t>
            </a:r>
            <a:endParaRPr lang="en-US" sz="750" dirty="0"/>
          </a:p>
        </p:txBody>
      </p:sp>
      <p:sp>
        <p:nvSpPr>
          <p:cNvPr id="13" name="Text 10"/>
          <p:cNvSpPr/>
          <p:nvPr/>
        </p:nvSpPr>
        <p:spPr>
          <a:xfrm>
            <a:off x="438150" y="4497784"/>
            <a:ext cx="2479377" cy="39806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2700" dirty="0">
                <a:solidFill>
                  <a:srgbClr val="2A1F0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Shop the </a:t>
            </a:r>
            <a:pPr algn="l" indent="0" marL="0">
              <a:lnSpc>
                <a:spcPct val="105000"/>
              </a:lnSpc>
              <a:buNone/>
            </a:pPr>
            <a:r>
              <a:rPr lang="en-US" sz="2700" i="1" dirty="0">
                <a:solidFill>
                  <a:srgbClr val="2A1F0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full range</a:t>
            </a:r>
            <a:endParaRPr lang="en-US" sz="2700" dirty="0"/>
          </a:p>
        </p:txBody>
      </p:sp>
      <p:sp>
        <p:nvSpPr>
          <p:cNvPr id="14" name="Shape 11"/>
          <p:cNvSpPr/>
          <p:nvPr/>
        </p:nvSpPr>
        <p:spPr>
          <a:xfrm>
            <a:off x="438150" y="4953000"/>
            <a:ext cx="285750" cy="9525"/>
          </a:xfrm>
          <a:prstGeom prst="rect">
            <a:avLst/>
          </a:prstGeom>
          <a:solidFill>
            <a:srgbClr val="C4A35A"/>
          </a:solidFill>
          <a:ln/>
        </p:spPr>
      </p:sp>
      <p:sp>
        <p:nvSpPr>
          <p:cNvPr id="15" name="Text 12"/>
          <p:cNvSpPr/>
          <p:nvPr/>
        </p:nvSpPr>
        <p:spPr>
          <a:xfrm>
            <a:off x="438150" y="5048250"/>
            <a:ext cx="2479377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spc="48" kern="0" dirty="0">
                <a:solidFill>
                  <a:srgbClr val="4A341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silkskinonline.com</a:t>
            </a:r>
            <a:endParaRPr lang="en-US" sz="1200" dirty="0"/>
          </a:p>
        </p:txBody>
      </p:sp>
      <p:sp>
        <p:nvSpPr>
          <p:cNvPr id="16" name="Shape 13"/>
          <p:cNvSpPr/>
          <p:nvPr/>
        </p:nvSpPr>
        <p:spPr>
          <a:xfrm>
            <a:off x="5713313" y="4362450"/>
            <a:ext cx="698500" cy="730250"/>
          </a:xfrm>
          <a:prstGeom prst="rect">
            <a:avLst/>
          </a:prstGeom>
          <a:solidFill>
            <a:srgbClr val="F8F4ED">
              <a:alpha val="95000"/>
            </a:srgbClr>
          </a:solidFill>
          <a:ln w="6350">
            <a:solidFill>
              <a:srgbClr val="A08246">
                <a:alpha val="35000"/>
              </a:srgbClr>
            </a:solidFill>
            <a:prstDash val="solid"/>
          </a:ln>
        </p:spPr>
      </p:sp>
      <p:pic>
        <p:nvPicPr>
          <p:cNvPr id="1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67289" y="4416425"/>
            <a:ext cx="590550" cy="590550"/>
          </a:xfrm>
          <a:prstGeom prst="rect">
            <a:avLst/>
          </a:prstGeom>
        </p:spPr>
      </p:pic>
      <p:sp>
        <p:nvSpPr>
          <p:cNvPr id="18" name="Text 14"/>
          <p:cNvSpPr/>
          <p:nvPr/>
        </p:nvSpPr>
        <p:spPr>
          <a:xfrm>
            <a:off x="5705376" y="5130800"/>
            <a:ext cx="790674" cy="127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600" spc="108" kern="0" dirty="0">
                <a:solidFill>
                  <a:srgbClr val="9B7E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SCAN TO SHOP</a:t>
            </a:r>
            <a:endParaRPr lang="en-US" sz="6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858000" cy="5486400"/>
          </a:xfrm>
          <a:prstGeom prst="rect">
            <a:avLst/>
          </a:prstGeom>
          <a:solidFill>
            <a:srgbClr val="2E1015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3714750" y="1520825"/>
            <a:ext cx="3143250" cy="2444750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0" y="0"/>
            <a:ext cx="6858000" cy="5486400"/>
          </a:xfrm>
          <a:prstGeom prst="rect">
            <a:avLst/>
          </a:prstGeom>
          <a:solidFill>
            <a:srgbClr val="2E1015"/>
          </a:solidFill>
          <a:ln/>
        </p:spPr>
      </p:sp>
      <p:sp>
        <p:nvSpPr>
          <p:cNvPr id="5" name="Shape 2"/>
          <p:cNvSpPr/>
          <p:nvPr/>
        </p:nvSpPr>
        <p:spPr>
          <a:xfrm>
            <a:off x="114300" y="114300"/>
            <a:ext cx="6629400" cy="5257800"/>
          </a:xfrm>
          <a:prstGeom prst="rect">
            <a:avLst/>
          </a:prstGeom>
          <a:ln w="6350">
            <a:solidFill>
              <a:srgbClr val="C4A35A">
                <a:alpha val="30000"/>
              </a:srgbClr>
            </a:solidFill>
            <a:prstDash val="solid"/>
          </a:ln>
        </p:spPr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438150" y="361950"/>
            <a:ext cx="400050" cy="904875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438150" y="1511598"/>
            <a:ext cx="3217926" cy="1460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50" spc="225" kern="0" dirty="0">
                <a:solidFill>
                  <a:srgbClr val="C4A35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NOW ONLINE</a:t>
            </a:r>
            <a:endParaRPr lang="en-US" sz="750" dirty="0"/>
          </a:p>
        </p:txBody>
      </p:sp>
      <p:sp>
        <p:nvSpPr>
          <p:cNvPr id="8" name="Text 4"/>
          <p:cNvSpPr/>
          <p:nvPr/>
        </p:nvSpPr>
        <p:spPr>
          <a:xfrm>
            <a:off x="438150" y="1752898"/>
            <a:ext cx="3217926" cy="155346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3900" dirty="0">
                <a:solidFill>
                  <a:srgbClr val="FFFFFF">
                    <a:alpha val="93000"/>
                  </a:srgbClr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Discover </a:t>
            </a:r>
            <a:pPr algn="l" indent="0" marL="0">
              <a:lnSpc>
                <a:spcPct val="102000"/>
              </a:lnSpc>
              <a:buNone/>
            </a:pPr>
            <a:r>
              <a:rPr lang="en-US" sz="3900" i="1" dirty="0">
                <a:solidFill>
                  <a:srgbClr val="C4A35A">
                    <a:alpha val="80000"/>
                  </a:srgbClr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crafted </a:t>
            </a:r>
            <a:pPr algn="l" indent="0" marL="0">
              <a:lnSpc>
                <a:spcPct val="102000"/>
              </a:lnSpc>
              <a:buNone/>
            </a:pPr>
            <a:r>
              <a:rPr lang="en-US" sz="3900" dirty="0">
                <a:solidFill>
                  <a:srgbClr val="FFFFFF">
                    <a:alpha val="93000"/>
                  </a:srgbClr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leather</a:t>
            </a:r>
            <a:endParaRPr lang="en-US" sz="3900" dirty="0"/>
          </a:p>
        </p:txBody>
      </p:sp>
      <p:sp>
        <p:nvSpPr>
          <p:cNvPr id="9" name="Shape 5"/>
          <p:cNvSpPr/>
          <p:nvPr/>
        </p:nvSpPr>
        <p:spPr>
          <a:xfrm>
            <a:off x="438150" y="3439716"/>
            <a:ext cx="342900" cy="9525"/>
          </a:xfrm>
          <a:prstGeom prst="rect">
            <a:avLst/>
          </a:prstGeom>
          <a:solidFill>
            <a:srgbClr val="C4A35A">
              <a:alpha val="40000"/>
            </a:srgbClr>
          </a:solidFill>
          <a:ln/>
        </p:spPr>
      </p:sp>
      <p:sp>
        <p:nvSpPr>
          <p:cNvPr id="10" name="Text 6"/>
          <p:cNvSpPr/>
          <p:nvPr/>
        </p:nvSpPr>
        <p:spPr>
          <a:xfrm>
            <a:off x="438150" y="3582591"/>
            <a:ext cx="2747010" cy="47803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65000"/>
              </a:lnSpc>
              <a:buNone/>
            </a:pPr>
            <a:r>
              <a:rPr lang="en-US" sz="1050" i="1" dirty="0">
                <a:solidFill>
                  <a:srgbClr val="FFFFFF">
                    <a:alpha val="48000"/>
                  </a:srgbClr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Bags, wallets &amp; more — order from anywhere in Pakistan.</a:t>
            </a:r>
            <a:endParaRPr lang="en-US" sz="1050" dirty="0"/>
          </a:p>
        </p:txBody>
      </p:sp>
      <p:sp>
        <p:nvSpPr>
          <p:cNvPr id="11" name="Text 7"/>
          <p:cNvSpPr/>
          <p:nvPr/>
        </p:nvSpPr>
        <p:spPr>
          <a:xfrm>
            <a:off x="438150" y="4806950"/>
            <a:ext cx="1540966" cy="1333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675" spc="176" kern="0" dirty="0">
                <a:solidFill>
                  <a:srgbClr val="FFFFFF">
                    <a:alpha val="28000"/>
                  </a:srgbClr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SHOP ONLINE AT</a:t>
            </a:r>
            <a:endParaRPr lang="en-US" sz="675" dirty="0"/>
          </a:p>
        </p:txBody>
      </p:sp>
      <p:sp>
        <p:nvSpPr>
          <p:cNvPr id="12" name="Text 8"/>
          <p:cNvSpPr/>
          <p:nvPr/>
        </p:nvSpPr>
        <p:spPr>
          <a:xfrm>
            <a:off x="438150" y="4940300"/>
            <a:ext cx="1540966" cy="2222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75" spc="51" kern="0" dirty="0">
                <a:solidFill>
                  <a:srgbClr val="C4A35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silkskin</a:t>
            </a:r>
            <a:pPr algn="l" indent="0" marL="0">
              <a:buNone/>
            </a:pPr>
            <a:r>
              <a:rPr lang="en-US" sz="1275" spc="51" kern="0" dirty="0">
                <a:solidFill>
                  <a:srgbClr val="FFFFFF">
                    <a:alpha val="85000"/>
                  </a:srgbClr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online.com</a:t>
            </a:r>
            <a:endParaRPr lang="en-US" sz="1275" dirty="0"/>
          </a:p>
        </p:txBody>
      </p:sp>
      <p:sp>
        <p:nvSpPr>
          <p:cNvPr id="13" name="Shape 9"/>
          <p:cNvSpPr/>
          <p:nvPr/>
        </p:nvSpPr>
        <p:spPr>
          <a:xfrm>
            <a:off x="2855813" y="4267200"/>
            <a:ext cx="698500" cy="730250"/>
          </a:xfrm>
          <a:prstGeom prst="rect">
            <a:avLst/>
          </a:prstGeom>
          <a:solidFill>
            <a:srgbClr val="FFFFFF">
              <a:alpha val="4000"/>
            </a:srgbClr>
          </a:solidFill>
          <a:ln w="6350">
            <a:solidFill>
              <a:srgbClr val="C4A35A">
                <a:alpha val="28000"/>
              </a:srgbClr>
            </a:solidFill>
            <a:prstDash val="solid"/>
          </a:ln>
        </p:spPr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09788" y="4321175"/>
            <a:ext cx="590550" cy="590550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2847876" y="5035550"/>
            <a:ext cx="790674" cy="127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600" spc="108" kern="0" dirty="0">
                <a:solidFill>
                  <a:srgbClr val="FFFFFF">
                    <a:alpha val="25000"/>
                  </a:srgbClr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SCAN TO SHOP</a:t>
            </a:r>
            <a:endParaRPr lang="en-US" sz="6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858000" cy="5486400"/>
          </a:xfrm>
          <a:prstGeom prst="rect">
            <a:avLst/>
          </a:prstGeom>
          <a:solidFill>
            <a:srgbClr val="F0EBE2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2857500" cy="5486400"/>
          </a:xfrm>
          <a:prstGeom prst="rect">
            <a:avLst/>
          </a:prstGeom>
          <a:solidFill>
            <a:srgbClr val="F0EBE2"/>
          </a:solidFill>
          <a:ln/>
        </p:spPr>
      </p:sp>
      <p:sp>
        <p:nvSpPr>
          <p:cNvPr id="4" name="Shape 2"/>
          <p:cNvSpPr/>
          <p:nvPr/>
        </p:nvSpPr>
        <p:spPr>
          <a:xfrm>
            <a:off x="114300" y="5365750"/>
            <a:ext cx="2743200" cy="9525"/>
          </a:xfrm>
          <a:prstGeom prst="rect">
            <a:avLst/>
          </a:prstGeom>
          <a:solidFill>
            <a:srgbClr val="A08246">
              <a:alpha val="30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114300" y="114300"/>
            <a:ext cx="2743200" cy="9525"/>
          </a:xfrm>
          <a:prstGeom prst="rect">
            <a:avLst/>
          </a:prstGeom>
          <a:solidFill>
            <a:srgbClr val="A08246">
              <a:alpha val="30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114300" y="114300"/>
            <a:ext cx="9525" cy="5257800"/>
          </a:xfrm>
          <a:prstGeom prst="rect">
            <a:avLst/>
          </a:prstGeom>
          <a:solidFill>
            <a:srgbClr val="A08246">
              <a:alpha val="30000"/>
            </a:srgbClr>
          </a:solidFill>
          <a:ln/>
        </p:spPr>
      </p:sp>
      <p:sp>
        <p:nvSpPr>
          <p:cNvPr id="7" name="Text 5"/>
          <p:cNvSpPr/>
          <p:nvPr/>
        </p:nvSpPr>
        <p:spPr>
          <a:xfrm>
            <a:off x="381000" y="342900"/>
            <a:ext cx="2247900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350" b="1" spc="432" kern="0" dirty="0">
                <a:solidFill>
                  <a:srgbClr val="1A0A0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SILKSKIN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381000" y="533400"/>
            <a:ext cx="2247900" cy="114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563" spc="124" kern="0" dirty="0">
                <a:solidFill>
                  <a:srgbClr val="9B7E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LEATHER GOODS · EST. 1987</a:t>
            </a:r>
            <a:endParaRPr lang="en-US" sz="563" dirty="0"/>
          </a:p>
        </p:txBody>
      </p:sp>
      <p:sp>
        <p:nvSpPr>
          <p:cNvPr id="9" name="Text 7"/>
          <p:cNvSpPr/>
          <p:nvPr/>
        </p:nvSpPr>
        <p:spPr>
          <a:xfrm>
            <a:off x="381000" y="1578868"/>
            <a:ext cx="2247900" cy="1333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675" spc="189" kern="0" dirty="0">
                <a:solidFill>
                  <a:srgbClr val="8B6E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NOW AVAILABLE</a:t>
            </a:r>
            <a:endParaRPr lang="en-US" sz="675" dirty="0"/>
          </a:p>
        </p:txBody>
      </p:sp>
      <p:sp>
        <p:nvSpPr>
          <p:cNvPr id="10" name="Text 8"/>
          <p:cNvSpPr/>
          <p:nvPr/>
        </p:nvSpPr>
        <p:spPr>
          <a:xfrm>
            <a:off x="381000" y="1788418"/>
            <a:ext cx="2247900" cy="133409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3150" dirty="0">
                <a:solidFill>
                  <a:srgbClr val="1E120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Fine leather, </a:t>
            </a:r>
            <a:pPr algn="l" indent="0" marL="0">
              <a:lnSpc>
                <a:spcPct val="108000"/>
              </a:lnSpc>
              <a:buNone/>
            </a:pPr>
            <a:r>
              <a:rPr lang="en-US" sz="3150" i="1" dirty="0">
                <a:solidFill>
                  <a:srgbClr val="1E120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now at </a:t>
            </a:r>
            <a:pPr algn="l" indent="0" marL="0">
              <a:lnSpc>
                <a:spcPct val="108000"/>
              </a:lnSpc>
              <a:buNone/>
            </a:pPr>
            <a:r>
              <a:rPr lang="en-US" sz="3150" dirty="0">
                <a:solidFill>
                  <a:srgbClr val="1E120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your door</a:t>
            </a:r>
            <a:endParaRPr lang="en-US" sz="3150" dirty="0"/>
          </a:p>
        </p:txBody>
      </p:sp>
      <p:sp>
        <p:nvSpPr>
          <p:cNvPr id="11" name="Shape 9"/>
          <p:cNvSpPr/>
          <p:nvPr/>
        </p:nvSpPr>
        <p:spPr>
          <a:xfrm>
            <a:off x="381000" y="3217763"/>
            <a:ext cx="266700" cy="9525"/>
          </a:xfrm>
          <a:prstGeom prst="rect">
            <a:avLst/>
          </a:prstGeom>
          <a:solidFill>
            <a:srgbClr val="C4A35A"/>
          </a:solidFill>
          <a:ln/>
        </p:spPr>
      </p:sp>
      <p:sp>
        <p:nvSpPr>
          <p:cNvPr id="12" name="Text 10"/>
          <p:cNvSpPr/>
          <p:nvPr/>
        </p:nvSpPr>
        <p:spPr>
          <a:xfrm>
            <a:off x="381000" y="3341588"/>
            <a:ext cx="2247900" cy="64531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70000"/>
              </a:lnSpc>
              <a:buNone/>
            </a:pPr>
            <a:r>
              <a:rPr lang="en-US" sz="938" i="1" dirty="0">
                <a:solidFill>
                  <a:srgbClr val="5A402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Every piece handcrafted with genuine leather since 1987.</a:t>
            </a:r>
            <a:endParaRPr lang="en-US" sz="938" dirty="0"/>
          </a:p>
        </p:txBody>
      </p:sp>
      <p:sp>
        <p:nvSpPr>
          <p:cNvPr id="13" name="Text 11"/>
          <p:cNvSpPr/>
          <p:nvPr/>
        </p:nvSpPr>
        <p:spPr>
          <a:xfrm>
            <a:off x="381000" y="4918075"/>
            <a:ext cx="2247900" cy="127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600" spc="168" kern="0" dirty="0">
                <a:solidFill>
                  <a:srgbClr val="9B7E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SHOP AT</a:t>
            </a:r>
            <a:endParaRPr lang="en-US" sz="600" dirty="0"/>
          </a:p>
        </p:txBody>
      </p:sp>
      <p:sp>
        <p:nvSpPr>
          <p:cNvPr id="14" name="Text 12"/>
          <p:cNvSpPr/>
          <p:nvPr/>
        </p:nvSpPr>
        <p:spPr>
          <a:xfrm>
            <a:off x="381000" y="5035550"/>
            <a:ext cx="2247900" cy="203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125" spc="45" kern="0" dirty="0">
                <a:solidFill>
                  <a:srgbClr val="1E120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silkskinonline.com</a:t>
            </a:r>
            <a:endParaRPr lang="en-US" sz="1125" dirty="0"/>
          </a:p>
        </p:txBody>
      </p:sp>
      <p:sp>
        <p:nvSpPr>
          <p:cNvPr id="15" name="Shape 13"/>
          <p:cNvSpPr/>
          <p:nvPr/>
        </p:nvSpPr>
        <p:spPr>
          <a:xfrm>
            <a:off x="2857500" y="0"/>
            <a:ext cx="4000500" cy="5486400"/>
          </a:xfrm>
          <a:prstGeom prst="rect">
            <a:avLst/>
          </a:prstGeom>
          <a:solidFill>
            <a:srgbClr val="E5DDD1"/>
          </a:solidFill>
          <a:ln/>
        </p:spPr>
      </p:sp>
      <p:pic>
        <p:nvPicPr>
          <p:cNvPr id="16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3503910" y="296069"/>
            <a:ext cx="2631480" cy="3922713"/>
          </a:xfrm>
          <a:prstGeom prst="rect">
            <a:avLst/>
          </a:prstGeom>
        </p:spPr>
      </p:pic>
      <p:sp>
        <p:nvSpPr>
          <p:cNvPr id="17" name="Shape 14"/>
          <p:cNvSpPr/>
          <p:nvPr/>
        </p:nvSpPr>
        <p:spPr>
          <a:xfrm>
            <a:off x="4489351" y="4371181"/>
            <a:ext cx="660400" cy="692150"/>
          </a:xfrm>
          <a:prstGeom prst="rect">
            <a:avLst/>
          </a:prstGeom>
          <a:solidFill>
            <a:srgbClr val="F0EBE2">
              <a:alpha val="90000"/>
            </a:srgbClr>
          </a:solidFill>
          <a:ln w="6350">
            <a:solidFill>
              <a:srgbClr val="A08246">
                <a:alpha val="35000"/>
              </a:srgbClr>
            </a:solidFill>
            <a:prstDash val="solid"/>
          </a:ln>
        </p:spPr>
      </p:sp>
      <p:pic>
        <p:nvPicPr>
          <p:cNvPr id="1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43326" y="4425156"/>
            <a:ext cx="552450" cy="552450"/>
          </a:xfrm>
          <a:prstGeom prst="rect">
            <a:avLst/>
          </a:prstGeom>
        </p:spPr>
      </p:pic>
      <p:sp>
        <p:nvSpPr>
          <p:cNvPr id="19" name="Text 15"/>
          <p:cNvSpPr/>
          <p:nvPr/>
        </p:nvSpPr>
        <p:spPr>
          <a:xfrm>
            <a:off x="4462363" y="5101432"/>
            <a:ext cx="790674" cy="127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600" spc="108" kern="0" dirty="0">
                <a:solidFill>
                  <a:srgbClr val="1E1208">
                    <a:alpha val="45000"/>
                  </a:srgbClr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SCAN TO SHOP</a:t>
            </a:r>
            <a:endParaRPr lang="en-US" sz="6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858000" cy="5486400"/>
          </a:xfrm>
          <a:prstGeom prst="rect">
            <a:avLst/>
          </a:prstGeom>
          <a:solidFill>
            <a:srgbClr val="120A0A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2914650" y="4210050"/>
            <a:ext cx="1885950" cy="1466850"/>
          </a:xfrm>
          <a:prstGeom prst="rect">
            <a:avLst/>
          </a:prstGeom>
        </p:spPr>
      </p:pic>
      <p:pic>
        <p:nvPicPr>
          <p:cNvPr id="4" name="Image 1" descr="preencoded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5009158" y="2765822"/>
            <a:ext cx="1697335" cy="2530078"/>
          </a:xfrm>
          <a:prstGeom prst="rect">
            <a:avLst/>
          </a:prstGeom>
        </p:spPr>
      </p:pic>
      <p:sp>
        <p:nvSpPr>
          <p:cNvPr id="5" name="Shape 1"/>
          <p:cNvSpPr/>
          <p:nvPr/>
        </p:nvSpPr>
        <p:spPr>
          <a:xfrm>
            <a:off x="0" y="0"/>
            <a:ext cx="6858000" cy="5486400"/>
          </a:xfrm>
          <a:prstGeom prst="rect">
            <a:avLst/>
          </a:prstGeom>
          <a:solidFill>
            <a:srgbClr val="120A0A"/>
          </a:solidFill>
          <a:ln/>
        </p:spPr>
      </p:sp>
      <p:sp>
        <p:nvSpPr>
          <p:cNvPr id="6" name="Shape 2"/>
          <p:cNvSpPr/>
          <p:nvPr/>
        </p:nvSpPr>
        <p:spPr>
          <a:xfrm>
            <a:off x="0" y="0"/>
            <a:ext cx="6858000" cy="5486400"/>
          </a:xfrm>
          <a:prstGeom prst="rect">
            <a:avLst/>
          </a:prstGeom>
          <a:solidFill>
            <a:srgbClr val="120A0A"/>
          </a:solidFill>
          <a:ln/>
        </p:spPr>
      </p:sp>
      <p:sp>
        <p:nvSpPr>
          <p:cNvPr id="7" name="Shape 3"/>
          <p:cNvSpPr/>
          <p:nvPr/>
        </p:nvSpPr>
        <p:spPr>
          <a:xfrm>
            <a:off x="114300" y="114300"/>
            <a:ext cx="6629400" cy="5257800"/>
          </a:xfrm>
          <a:prstGeom prst="rect">
            <a:avLst/>
          </a:prstGeom>
          <a:ln w="6350">
            <a:solidFill>
              <a:srgbClr val="C4A35A">
                <a:alpha val="28000"/>
              </a:srgbClr>
            </a:solidFill>
            <a:prstDash val="solid"/>
          </a:ln>
        </p:spPr>
      </p:sp>
      <p:pic>
        <p:nvPicPr>
          <p:cNvPr id="8" name="Image 2" descr="preencoded.png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438150" y="342900"/>
            <a:ext cx="400050" cy="904875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5174456" y="747713"/>
            <a:ext cx="1321594" cy="1333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638" spc="166" kern="0" dirty="0">
                <a:solidFill>
                  <a:srgbClr val="C4A35A">
                    <a:alpha val="60000"/>
                  </a:srgbClr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EST. 1987 · PAKISTAN</a:t>
            </a:r>
            <a:endParaRPr lang="en-US" sz="638" dirty="0"/>
          </a:p>
        </p:txBody>
      </p:sp>
      <p:sp>
        <p:nvSpPr>
          <p:cNvPr id="10" name="Text 5"/>
          <p:cNvSpPr/>
          <p:nvPr/>
        </p:nvSpPr>
        <p:spPr>
          <a:xfrm>
            <a:off x="438150" y="1808063"/>
            <a:ext cx="3335655" cy="158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25" spc="264" kern="0" dirty="0">
                <a:solidFill>
                  <a:srgbClr val="C4A35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SHOP ONLINE</a:t>
            </a:r>
            <a:endParaRPr lang="en-US" sz="825" dirty="0"/>
          </a:p>
        </p:txBody>
      </p:sp>
      <p:sp>
        <p:nvSpPr>
          <p:cNvPr id="11" name="Text 6"/>
          <p:cNvSpPr/>
          <p:nvPr/>
        </p:nvSpPr>
        <p:spPr>
          <a:xfrm>
            <a:off x="438150" y="2062063"/>
            <a:ext cx="3335655" cy="10620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420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Your style, </a:t>
            </a:r>
            <a:pPr algn="l" indent="0" marL="0">
              <a:lnSpc>
                <a:spcPct val="96000"/>
              </a:lnSpc>
              <a:buNone/>
            </a:pPr>
            <a:r>
              <a:rPr lang="en-US" sz="4200" i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delivered</a:t>
            </a:r>
            <a:endParaRPr lang="en-US" sz="4200" dirty="0"/>
          </a:p>
        </p:txBody>
      </p:sp>
      <p:sp>
        <p:nvSpPr>
          <p:cNvPr id="12" name="Shape 7"/>
          <p:cNvSpPr/>
          <p:nvPr/>
        </p:nvSpPr>
        <p:spPr>
          <a:xfrm>
            <a:off x="438150" y="3238401"/>
            <a:ext cx="342900" cy="9525"/>
          </a:xfrm>
          <a:prstGeom prst="rect">
            <a:avLst/>
          </a:prstGeom>
          <a:solidFill>
            <a:srgbClr val="C4A35A">
              <a:alpha val="40000"/>
            </a:srgbClr>
          </a:solidFill>
          <a:ln/>
        </p:spPr>
      </p:sp>
      <p:sp>
        <p:nvSpPr>
          <p:cNvPr id="13" name="Text 8"/>
          <p:cNvSpPr/>
          <p:nvPr/>
        </p:nvSpPr>
        <p:spPr>
          <a:xfrm>
            <a:off x="438150" y="3371751"/>
            <a:ext cx="3335655" cy="44946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60000"/>
              </a:lnSpc>
              <a:buNone/>
            </a:pPr>
            <a:r>
              <a:rPr lang="en-US" sz="1013" i="1" dirty="0">
                <a:solidFill>
                  <a:srgbClr val="FFFFFF">
                    <a:alpha val="50000"/>
                  </a:srgbClr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Genuine leather goods — wallets, bags &amp; more. Order online today.</a:t>
            </a:r>
            <a:endParaRPr lang="en-US" sz="1013" dirty="0"/>
          </a:p>
        </p:txBody>
      </p:sp>
      <p:sp>
        <p:nvSpPr>
          <p:cNvPr id="14" name="Text 9"/>
          <p:cNvSpPr/>
          <p:nvPr/>
        </p:nvSpPr>
        <p:spPr>
          <a:xfrm>
            <a:off x="438150" y="4851400"/>
            <a:ext cx="1627088" cy="1333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675" spc="176" kern="0" dirty="0">
                <a:solidFill>
                  <a:srgbClr val="FFFFFF">
                    <a:alpha val="28000"/>
                  </a:srgbClr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SHOP AT</a:t>
            </a:r>
            <a:endParaRPr lang="en-US" sz="675" dirty="0"/>
          </a:p>
        </p:txBody>
      </p:sp>
      <p:sp>
        <p:nvSpPr>
          <p:cNvPr id="15" name="Text 10"/>
          <p:cNvSpPr/>
          <p:nvPr/>
        </p:nvSpPr>
        <p:spPr>
          <a:xfrm>
            <a:off x="438150" y="4984750"/>
            <a:ext cx="1627088" cy="234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350" spc="54" kern="0" dirty="0">
                <a:solidFill>
                  <a:srgbClr val="C4A35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silkskin</a:t>
            </a:r>
            <a:pPr algn="l" indent="0" marL="0">
              <a:buNone/>
            </a:pPr>
            <a:r>
              <a:rPr lang="en-US" sz="1350" spc="54" kern="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online.com</a:t>
            </a:r>
            <a:endParaRPr lang="en-US" sz="1350" dirty="0"/>
          </a:p>
        </p:txBody>
      </p:sp>
      <p:sp>
        <p:nvSpPr>
          <p:cNvPr id="16" name="Shape 11"/>
          <p:cNvSpPr/>
          <p:nvPr/>
        </p:nvSpPr>
        <p:spPr>
          <a:xfrm>
            <a:off x="5722838" y="4343400"/>
            <a:ext cx="679450" cy="711200"/>
          </a:xfrm>
          <a:prstGeom prst="rect">
            <a:avLst/>
          </a:prstGeom>
          <a:solidFill>
            <a:srgbClr val="FFFFFF">
              <a:alpha val="5000"/>
            </a:srgbClr>
          </a:solidFill>
          <a:ln w="6350">
            <a:solidFill>
              <a:srgbClr val="C4A35A">
                <a:alpha val="25000"/>
              </a:srgbClr>
            </a:solidFill>
            <a:prstDash val="solid"/>
          </a:ln>
        </p:spPr>
      </p:sp>
      <p:pic>
        <p:nvPicPr>
          <p:cNvPr id="1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76814" y="4397375"/>
            <a:ext cx="571500" cy="571500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5705376" y="5092700"/>
            <a:ext cx="790674" cy="127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600" spc="108" kern="0" dirty="0">
                <a:solidFill>
                  <a:srgbClr val="FFFFFF">
                    <a:alpha val="25000"/>
                  </a:srgbClr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SCAN TO SHOP</a:t>
            </a:r>
            <a:endParaRPr lang="en-US" sz="6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858000" cy="5486400"/>
          </a:xfrm>
          <a:prstGeom prst="rect">
            <a:avLst/>
          </a:prstGeom>
          <a:solidFill>
            <a:srgbClr val="FAF6F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6858000" cy="57150"/>
          </a:xfrm>
          <a:prstGeom prst="rect">
            <a:avLst/>
          </a:prstGeom>
          <a:solidFill>
            <a:srgbClr val="2E1015"/>
          </a:solidFill>
          <a:ln/>
        </p:spPr>
      </p:sp>
      <p:sp>
        <p:nvSpPr>
          <p:cNvPr id="4" name="Shape 2"/>
          <p:cNvSpPr/>
          <p:nvPr/>
        </p:nvSpPr>
        <p:spPr>
          <a:xfrm>
            <a:off x="114300" y="171450"/>
            <a:ext cx="6629400" cy="5200650"/>
          </a:xfrm>
          <a:prstGeom prst="rect">
            <a:avLst/>
          </a:prstGeom>
          <a:ln w="6350">
            <a:solidFill>
              <a:srgbClr val="A08246">
                <a:alpha val="35000"/>
              </a:srgbClr>
            </a:solidFill>
            <a:prstDash val="solid"/>
          </a:ln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266700" y="1402259"/>
            <a:ext cx="3448050" cy="2681784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3905250" y="342900"/>
            <a:ext cx="2727389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350" b="1" spc="432" kern="0" dirty="0">
                <a:solidFill>
                  <a:srgbClr val="1A0A0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SILKSKIN</a:t>
            </a:r>
            <a:endParaRPr lang="en-US" sz="1350" dirty="0"/>
          </a:p>
        </p:txBody>
      </p:sp>
      <p:sp>
        <p:nvSpPr>
          <p:cNvPr id="7" name="Text 4"/>
          <p:cNvSpPr/>
          <p:nvPr/>
        </p:nvSpPr>
        <p:spPr>
          <a:xfrm>
            <a:off x="3905250" y="533400"/>
            <a:ext cx="2727389" cy="114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563" spc="124" kern="0" dirty="0">
                <a:solidFill>
                  <a:srgbClr val="9B7E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LEATHER GOODS · EST. 1987</a:t>
            </a:r>
            <a:endParaRPr lang="en-US" sz="563" dirty="0"/>
          </a:p>
        </p:txBody>
      </p:sp>
      <p:sp>
        <p:nvSpPr>
          <p:cNvPr id="8" name="Text 5"/>
          <p:cNvSpPr/>
          <p:nvPr/>
        </p:nvSpPr>
        <p:spPr>
          <a:xfrm>
            <a:off x="3905250" y="1388070"/>
            <a:ext cx="2727389" cy="139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13" spc="200" kern="0" dirty="0">
                <a:solidFill>
                  <a:srgbClr val="8B6E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NOW ONLINE</a:t>
            </a:r>
            <a:endParaRPr lang="en-US" sz="713" dirty="0"/>
          </a:p>
        </p:txBody>
      </p:sp>
      <p:sp>
        <p:nvSpPr>
          <p:cNvPr id="9" name="Text 6"/>
          <p:cNvSpPr/>
          <p:nvPr/>
        </p:nvSpPr>
        <p:spPr>
          <a:xfrm>
            <a:off x="3905250" y="1603970"/>
            <a:ext cx="2727389" cy="121056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2850" dirty="0">
                <a:solidFill>
                  <a:srgbClr val="1E120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art of </a:t>
            </a:r>
            <a:pPr algn="l" indent="0" marL="0">
              <a:lnSpc>
                <a:spcPct val="108000"/>
              </a:lnSpc>
              <a:buNone/>
            </a:pPr>
            <a:r>
              <a:rPr lang="en-US" sz="2850" i="1" dirty="0">
                <a:solidFill>
                  <a:srgbClr val="1E120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leather </a:t>
            </a:r>
            <a:pPr algn="l" indent="0" marL="0">
              <a:lnSpc>
                <a:spcPct val="108000"/>
              </a:lnSpc>
              <a:buNone/>
            </a:pPr>
            <a:r>
              <a:rPr lang="en-US" sz="2850" dirty="0">
                <a:solidFill>
                  <a:srgbClr val="1E120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online</a:t>
            </a:r>
            <a:endParaRPr lang="en-US" sz="2850" dirty="0"/>
          </a:p>
        </p:txBody>
      </p:sp>
      <p:sp>
        <p:nvSpPr>
          <p:cNvPr id="10" name="Shape 7"/>
          <p:cNvSpPr/>
          <p:nvPr/>
        </p:nvSpPr>
        <p:spPr>
          <a:xfrm>
            <a:off x="3905250" y="2890738"/>
            <a:ext cx="266700" cy="9525"/>
          </a:xfrm>
          <a:prstGeom prst="rect">
            <a:avLst/>
          </a:prstGeom>
          <a:solidFill>
            <a:srgbClr val="C4A35A"/>
          </a:solidFill>
          <a:ln/>
        </p:spPr>
      </p:sp>
      <p:sp>
        <p:nvSpPr>
          <p:cNvPr id="11" name="Text 8"/>
          <p:cNvSpPr/>
          <p:nvPr/>
        </p:nvSpPr>
        <p:spPr>
          <a:xfrm>
            <a:off x="3905250" y="2995513"/>
            <a:ext cx="2727389" cy="42664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70000"/>
              </a:lnSpc>
              <a:buNone/>
            </a:pPr>
            <a:r>
              <a:rPr lang="en-US" sz="900" i="1" dirty="0">
                <a:solidFill>
                  <a:srgbClr val="5A402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Bags, wallets &amp; accessories. Crafted in Pakistan since 1987.</a:t>
            </a:r>
            <a:endParaRPr lang="en-US" sz="900" dirty="0"/>
          </a:p>
        </p:txBody>
      </p:sp>
      <p:sp>
        <p:nvSpPr>
          <p:cNvPr id="12" name="Text 9"/>
          <p:cNvSpPr/>
          <p:nvPr/>
        </p:nvSpPr>
        <p:spPr>
          <a:xfrm>
            <a:off x="3905250" y="4162425"/>
            <a:ext cx="2727389" cy="127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600" spc="156" kern="0" dirty="0">
                <a:solidFill>
                  <a:srgbClr val="9B7E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SHOP AT</a:t>
            </a:r>
            <a:endParaRPr lang="en-US" sz="600" dirty="0"/>
          </a:p>
        </p:txBody>
      </p:sp>
      <p:sp>
        <p:nvSpPr>
          <p:cNvPr id="13" name="Text 10"/>
          <p:cNvSpPr/>
          <p:nvPr/>
        </p:nvSpPr>
        <p:spPr>
          <a:xfrm>
            <a:off x="3905250" y="4279900"/>
            <a:ext cx="2727389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050" spc="42" kern="0" dirty="0">
                <a:solidFill>
                  <a:srgbClr val="1E120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silkskinonline.com</a:t>
            </a:r>
            <a:endParaRPr lang="en-US" sz="1050" dirty="0"/>
          </a:p>
        </p:txBody>
      </p:sp>
      <p:sp>
        <p:nvSpPr>
          <p:cNvPr id="14" name="Shape 11"/>
          <p:cNvSpPr/>
          <p:nvPr/>
        </p:nvSpPr>
        <p:spPr>
          <a:xfrm>
            <a:off x="3905250" y="4527550"/>
            <a:ext cx="603250" cy="635000"/>
          </a:xfrm>
          <a:prstGeom prst="rect">
            <a:avLst/>
          </a:prstGeom>
          <a:solidFill>
            <a:srgbClr val="FAF6F0">
              <a:alpha val="95000"/>
            </a:srgbClr>
          </a:solidFill>
          <a:ln w="6350">
            <a:solidFill>
              <a:srgbClr val="A08246">
                <a:alpha val="35000"/>
              </a:srgbClr>
            </a:solidFill>
            <a:prstDash val="solid"/>
          </a:ln>
        </p:spPr>
      </p:sp>
      <p:pic>
        <p:nvPicPr>
          <p:cNvPr id="1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49700" y="4572000"/>
            <a:ext cx="514350" cy="514350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4603750" y="4730750"/>
            <a:ext cx="481211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600" spc="84" kern="0" dirty="0">
                <a:solidFill>
                  <a:srgbClr val="1E1208">
                    <a:alpha val="40000"/>
                  </a:srgbClr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SCAN TO SHOP</a:t>
            </a:r>
            <a:endParaRPr lang="en-US" sz="600" dirty="0"/>
          </a:p>
        </p:txBody>
      </p:sp>
      <p:sp>
        <p:nvSpPr>
          <p:cNvPr id="17" name="Shape 13"/>
          <p:cNvSpPr/>
          <p:nvPr/>
        </p:nvSpPr>
        <p:spPr>
          <a:xfrm>
            <a:off x="0" y="5429250"/>
            <a:ext cx="6858000" cy="57150"/>
          </a:xfrm>
          <a:prstGeom prst="rect">
            <a:avLst/>
          </a:prstGeom>
          <a:solidFill>
            <a:srgbClr val="2E1015"/>
          </a:solidFill>
          <a:ln/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2026-04-29T14:43:14Z</dcterms:created>
  <dcterms:modified xsi:type="dcterms:W3CDTF">2026-04-29T14:43:14Z</dcterms:modified>
</cp:coreProperties>
</file>