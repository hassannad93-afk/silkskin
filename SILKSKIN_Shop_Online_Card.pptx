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5486400"/>
  <p:notesSz cx="54864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2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67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92F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2000"/>
          </a:blip>
          <a:srcRect/>
          <a:stretch/>
        </p:blipFill>
        <p:spPr>
          <a:xfrm>
            <a:off x="3771900" y="1602284"/>
            <a:ext cx="2933700" cy="22817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92F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C4A35A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61950"/>
            <a:ext cx="211336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150" y="1283395"/>
            <a:ext cx="3217926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225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38150" y="1524695"/>
            <a:ext cx="321792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our </a:t>
            </a:r>
            <a:r>
              <a:rPr lang="en-US" sz="4050" i="1" dirty="0">
                <a:solidFill>
                  <a:srgbClr val="C4A35A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collection </a:t>
            </a:r>
            <a:r>
              <a:rPr lang="en-US" sz="405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4050" dirty="0"/>
          </a:p>
        </p:txBody>
      </p:sp>
      <p:sp>
        <p:nvSpPr>
          <p:cNvPr id="9" name="Shape 5"/>
          <p:cNvSpPr/>
          <p:nvPr/>
        </p:nvSpPr>
        <p:spPr>
          <a:xfrm>
            <a:off x="438150" y="3239195"/>
            <a:ext cx="342900" cy="9525"/>
          </a:xfrm>
          <a:prstGeom prst="rect">
            <a:avLst/>
          </a:prstGeom>
          <a:solidFill>
            <a:srgbClr val="C4A35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8150" y="3382070"/>
            <a:ext cx="274701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050" i="1" dirty="0">
                <a:solidFill>
                  <a:srgbClr val="FFFFFF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Handcrafted leather goods delivered to your doorstep across Pakistan.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8150" y="4806950"/>
            <a:ext cx="154096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176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ONLINE AT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438150" y="4940300"/>
            <a:ext cx="15409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r>
              <a:rPr lang="en-US" sz="1275" kern="0" spc="5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2855813" y="4267200"/>
            <a:ext cx="698500" cy="73025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C4A35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788" y="4321175"/>
            <a:ext cx="590550" cy="590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47876" y="503555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108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43250" cy="548640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" y="114300"/>
            <a:ext cx="9525" cy="5257800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4300" y="114300"/>
            <a:ext cx="2914650" cy="9525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" y="5362575"/>
            <a:ext cx="2914650" cy="9525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342900"/>
            <a:ext cx="186035" cy="419100"/>
          </a:xfrm>
          <a:prstGeom prst="rect">
            <a:avLst/>
          </a:prstGeom>
          <a:solidFill>
            <a:srgbClr val="0E0E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2900"/>
            <a:ext cx="186035" cy="419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1617960"/>
            <a:ext cx="249555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13" kern="0" spc="20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</a:t>
            </a:r>
            <a:endParaRPr lang="en-US" sz="713" dirty="0"/>
          </a:p>
        </p:txBody>
      </p:sp>
      <p:sp>
        <p:nvSpPr>
          <p:cNvPr id="9" name="Text 6"/>
          <p:cNvSpPr/>
          <p:nvPr/>
        </p:nvSpPr>
        <p:spPr>
          <a:xfrm>
            <a:off x="381000" y="1852910"/>
            <a:ext cx="2495550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</a:t>
            </a:r>
            <a:r>
              <a:rPr lang="en-US" sz="3300" i="1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world </a:t>
            </a:r>
            <a:r>
              <a:rPr lang="en-US" sz="33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381000" y="3325416"/>
            <a:ext cx="285750" cy="95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1000" y="3468291"/>
            <a:ext cx="2495550" cy="650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975" i="1" dirty="0">
                <a:solidFill>
                  <a:srgbClr val="6B5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Wallets, bags &amp; accessories — the complete SILKSKIN range at your fingertips.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4905375"/>
            <a:ext cx="24955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US ONLINE</a:t>
            </a:r>
            <a:endParaRPr lang="en-US" sz="638" dirty="0"/>
          </a:p>
        </p:txBody>
      </p:sp>
      <p:sp>
        <p:nvSpPr>
          <p:cNvPr id="13" name="Text 10"/>
          <p:cNvSpPr/>
          <p:nvPr/>
        </p:nvSpPr>
        <p:spPr>
          <a:xfrm>
            <a:off x="381000" y="5029200"/>
            <a:ext cx="2495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43250" y="0"/>
            <a:ext cx="3714750" cy="5486400"/>
          </a:xfrm>
          <a:prstGeom prst="rect">
            <a:avLst/>
          </a:prstGeom>
          <a:solidFill>
            <a:srgbClr val="EDE7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3750" y="1446709"/>
            <a:ext cx="3333750" cy="259288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51438" y="4457700"/>
            <a:ext cx="660400" cy="692150"/>
          </a:xfrm>
          <a:prstGeom prst="rect">
            <a:avLst/>
          </a:prstGeom>
          <a:solidFill>
            <a:srgbClr val="F5F0E8">
              <a:alpha val="90000"/>
            </a:srgbClr>
          </a:solidFill>
          <a:ln w="6350">
            <a:solidFill>
              <a:srgbClr val="A0824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414" y="4511675"/>
            <a:ext cx="552450" cy="5524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876826" y="5187950"/>
            <a:ext cx="809724" cy="127000"/>
          </a:xfrm>
          <a:prstGeom prst="rect">
            <a:avLst/>
          </a:prstGeom>
          <a:solidFill>
            <a:srgbClr val="F5F0E8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924451" y="52070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108" dirty="0">
                <a:solidFill>
                  <a:srgbClr val="2A1F0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2A3F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039316"/>
            <a:ext cx="4381500" cy="34077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0F1C1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0F1C16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3350" y="133350"/>
            <a:ext cx="6591300" cy="5219700"/>
          </a:xfrm>
          <a:prstGeom prst="rect">
            <a:avLst/>
          </a:prstGeom>
          <a:ln w="6350">
            <a:solidFill>
              <a:srgbClr val="C4A35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42900"/>
            <a:ext cx="202902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76925" y="361950"/>
            <a:ext cx="17145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 rot="2700000">
            <a:off x="6124575" y="342900"/>
            <a:ext cx="47625" cy="476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248400" y="361950"/>
            <a:ext cx="17145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58699" y="1282998"/>
            <a:ext cx="6161151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750" kern="0" spc="24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ONLINE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58699" y="1505248"/>
            <a:ext cx="6161151" cy="1721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</a:t>
            </a:r>
            <a:r>
              <a:rPr lang="en-US" sz="46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 </a:t>
            </a:r>
            <a:r>
              <a:rPr lang="en-US" sz="4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awaits</a:t>
            </a:r>
            <a:endParaRPr lang="en-US" sz="4650" dirty="0"/>
          </a:p>
        </p:txBody>
      </p:sp>
      <p:sp>
        <p:nvSpPr>
          <p:cNvPr id="13" name="Shape 9"/>
          <p:cNvSpPr/>
          <p:nvPr/>
        </p:nvSpPr>
        <p:spPr>
          <a:xfrm>
            <a:off x="6038850" y="3340596"/>
            <a:ext cx="38100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8699" y="3464421"/>
            <a:ext cx="6161151" cy="434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975" i="1" dirty="0">
                <a:solidFill>
                  <a:srgbClr val="FFFFFF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Wallets, bags &amp; accessories delivered across Pakistan.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438150" y="4851400"/>
            <a:ext cx="162708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176" dirty="0">
                <a:solidFill>
                  <a:srgbClr val="FFFFFF">
                    <a:alpha val="3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AT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438150" y="4984750"/>
            <a:ext cx="162708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r>
              <a:rPr lang="en-US" sz="1350" kern="0" spc="54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722838" y="4343400"/>
            <a:ext cx="679450" cy="71120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4A35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814" y="4397375"/>
            <a:ext cx="571500" cy="571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05376" y="50927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108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F8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A08246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8150" y="285750"/>
            <a:ext cx="186035" cy="419100"/>
          </a:xfrm>
          <a:prstGeom prst="rect">
            <a:avLst/>
          </a:prstGeom>
          <a:solidFill>
            <a:srgbClr val="0E0E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285750"/>
            <a:ext cx="186035" cy="41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2625" y="436563"/>
            <a:ext cx="228600" cy="95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 rot="2700000">
            <a:off x="6067425" y="417513"/>
            <a:ext cx="47625" cy="476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91250" y="436563"/>
            <a:ext cx="228600" cy="95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30702" y="484188"/>
            <a:ext cx="565348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132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1987</a:t>
            </a:r>
            <a:endParaRPr lang="en-US" sz="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793155"/>
            <a:ext cx="4572000" cy="3556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152900"/>
            <a:ext cx="6858000" cy="1333500"/>
          </a:xfrm>
          <a:prstGeom prst="rect">
            <a:avLst/>
          </a:prstGeom>
          <a:solidFill>
            <a:srgbClr val="F8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38150" y="4361259"/>
            <a:ext cx="2479377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95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 ONLINE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38150" y="4497784"/>
            <a:ext cx="373206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the </a:t>
            </a:r>
            <a:r>
              <a:rPr lang="en-US" sz="2700" i="1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range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438150" y="4953000"/>
            <a:ext cx="285750" cy="9525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38150" y="5048250"/>
            <a:ext cx="24793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4A3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3313" y="4362450"/>
            <a:ext cx="698500" cy="730250"/>
          </a:xfrm>
          <a:prstGeom prst="rect">
            <a:avLst/>
          </a:prstGeom>
          <a:solidFill>
            <a:srgbClr val="F8F4ED">
              <a:alpha val="95000"/>
            </a:srgbClr>
          </a:solidFill>
          <a:ln w="6350">
            <a:solidFill>
              <a:srgbClr val="A0824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289" y="4416425"/>
            <a:ext cx="590550" cy="5905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05376" y="51308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" kern="0" spc="108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ca4b045-1887-4427-8d76-d31800fd0d81}" enabled="1" method="Standard" siteId="{2600e953-dff1-43e7-8800-7426a528ea5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Custom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Hassan Nadeem &lt;US ARL MSG EM&gt;</cp:lastModifiedBy>
  <cp:revision>2</cp:revision>
  <dcterms:created xsi:type="dcterms:W3CDTF">2026-04-28T17:33:36Z</dcterms:created>
  <dcterms:modified xsi:type="dcterms:W3CDTF">2026-04-28T17:34:08Z</dcterms:modified>
</cp:coreProperties>
</file>