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5486400"/>
  <p:notesSz cx="54864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956098" y="476250"/>
            <a:ext cx="303417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14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 · EST. 1987 · PAKISTAN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267174" y="1071860"/>
            <a:ext cx="399852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221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2545259" y="1313160"/>
            <a:ext cx="1767384" cy="1658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50" spc="41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</a:t>
            </a:r>
            <a:pPr algn="ctr" indent="0" marL="0">
              <a:lnSpc>
                <a:spcPct val="105000"/>
              </a:lnSpc>
              <a:buNone/>
            </a:pPr>
            <a:r>
              <a:rPr lang="en-US" sz="4050" i="1" spc="41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</a:t>
            </a:r>
            <a:pPr algn="ctr" indent="0" marL="0">
              <a:lnSpc>
                <a:spcPct val="105000"/>
              </a:lnSpc>
              <a:buNone/>
            </a:pPr>
            <a:r>
              <a:rPr lang="en-US" sz="4050" spc="41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3373239" y="3104753"/>
            <a:ext cx="1876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67452" y="3409553"/>
            <a:ext cx="272309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25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full collection of handcrafted leather goods — wallets, bags &amp; accessories — delivered to your door.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95300" y="4841875"/>
            <a:ext cx="162708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216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ONLINE AT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95300" y="4984750"/>
            <a:ext cx="162708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silkskinonline.com</a:t>
            </a:r>
            <a:endParaRPr lang="en-US" sz="13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475" y="4387850"/>
            <a:ext cx="590550" cy="5905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43463" y="509270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08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2026-04-29T14:44:44Z</dcterms:created>
  <dcterms:modified xsi:type="dcterms:W3CDTF">2026-04-29T14:44:44Z</dcterms:modified>
</cp:coreProperties>
</file>